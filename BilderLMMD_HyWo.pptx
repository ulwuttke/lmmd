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58" r:id="rId6"/>
  </p:sldIdLst>
  <p:sldSz cx="4967288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08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63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547" y="883861"/>
            <a:ext cx="4222195" cy="1880235"/>
          </a:xfrm>
        </p:spPr>
        <p:txBody>
          <a:bodyPr anchor="b"/>
          <a:lstStyle>
            <a:lvl1pPr algn="ctr">
              <a:defRPr sz="325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0911" y="2836605"/>
            <a:ext cx="3725466" cy="1303913"/>
          </a:xfrm>
        </p:spPr>
        <p:txBody>
          <a:bodyPr/>
          <a:lstStyle>
            <a:lvl1pPr marL="0" indent="0" algn="ctr">
              <a:buNone/>
              <a:defRPr sz="1304"/>
            </a:lvl1pPr>
            <a:lvl2pPr marL="248351" indent="0" algn="ctr">
              <a:buNone/>
              <a:defRPr sz="1086"/>
            </a:lvl2pPr>
            <a:lvl3pPr marL="496702" indent="0" algn="ctr">
              <a:buNone/>
              <a:defRPr sz="978"/>
            </a:lvl3pPr>
            <a:lvl4pPr marL="745053" indent="0" algn="ctr">
              <a:buNone/>
              <a:defRPr sz="869"/>
            </a:lvl4pPr>
            <a:lvl5pPr marL="993404" indent="0" algn="ctr">
              <a:buNone/>
              <a:defRPr sz="869"/>
            </a:lvl5pPr>
            <a:lvl6pPr marL="1241755" indent="0" algn="ctr">
              <a:buNone/>
              <a:defRPr sz="869"/>
            </a:lvl6pPr>
            <a:lvl7pPr marL="1490106" indent="0" algn="ctr">
              <a:buNone/>
              <a:defRPr sz="869"/>
            </a:lvl7pPr>
            <a:lvl8pPr marL="1738457" indent="0" algn="ctr">
              <a:buNone/>
              <a:defRPr sz="869"/>
            </a:lvl8pPr>
            <a:lvl9pPr marL="1986808" indent="0" algn="ctr">
              <a:buNone/>
              <a:defRPr sz="869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98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137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14" y="1346420"/>
            <a:ext cx="4284286" cy="2246530"/>
          </a:xfrm>
        </p:spPr>
        <p:txBody>
          <a:bodyPr anchor="b"/>
          <a:lstStyle>
            <a:lvl1pPr>
              <a:defRPr sz="325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914" y="3614203"/>
            <a:ext cx="4284286" cy="1181397"/>
          </a:xfrm>
        </p:spPr>
        <p:txBody>
          <a:bodyPr/>
          <a:lstStyle>
            <a:lvl1pPr marL="0" indent="0">
              <a:buNone/>
              <a:defRPr sz="1304">
                <a:solidFill>
                  <a:schemeClr val="tx1"/>
                </a:solidFill>
              </a:defRPr>
            </a:lvl1pPr>
            <a:lvl2pPr marL="248351" indent="0">
              <a:buNone/>
              <a:defRPr sz="1086">
                <a:solidFill>
                  <a:schemeClr val="tx1">
                    <a:tint val="75000"/>
                  </a:schemeClr>
                </a:solidFill>
              </a:defRPr>
            </a:lvl2pPr>
            <a:lvl3pPr marL="496702" indent="0">
              <a:buNone/>
              <a:defRPr sz="978">
                <a:solidFill>
                  <a:schemeClr val="tx1">
                    <a:tint val="75000"/>
                  </a:schemeClr>
                </a:solidFill>
              </a:defRPr>
            </a:lvl3pPr>
            <a:lvl4pPr marL="745053" indent="0">
              <a:buNone/>
              <a:defRPr sz="869">
                <a:solidFill>
                  <a:schemeClr val="tx1">
                    <a:tint val="75000"/>
                  </a:schemeClr>
                </a:solidFill>
              </a:defRPr>
            </a:lvl4pPr>
            <a:lvl5pPr marL="993404" indent="0">
              <a:buNone/>
              <a:defRPr sz="869">
                <a:solidFill>
                  <a:schemeClr val="tx1">
                    <a:tint val="75000"/>
                  </a:schemeClr>
                </a:solidFill>
              </a:defRPr>
            </a:lvl5pPr>
            <a:lvl6pPr marL="1241755" indent="0">
              <a:buNone/>
              <a:defRPr sz="869">
                <a:solidFill>
                  <a:schemeClr val="tx1">
                    <a:tint val="75000"/>
                  </a:schemeClr>
                </a:solidFill>
              </a:defRPr>
            </a:lvl6pPr>
            <a:lvl7pPr marL="1490106" indent="0">
              <a:buNone/>
              <a:defRPr sz="869">
                <a:solidFill>
                  <a:schemeClr val="tx1">
                    <a:tint val="75000"/>
                  </a:schemeClr>
                </a:solidFill>
              </a:defRPr>
            </a:lvl7pPr>
            <a:lvl8pPr marL="1738457" indent="0">
              <a:buNone/>
              <a:defRPr sz="869">
                <a:solidFill>
                  <a:schemeClr val="tx1">
                    <a:tint val="75000"/>
                  </a:schemeClr>
                </a:solidFill>
              </a:defRPr>
            </a:lvl8pPr>
            <a:lvl9pPr marL="1986808" indent="0">
              <a:buNone/>
              <a:defRPr sz="8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388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1501" y="1437680"/>
            <a:ext cx="2111097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4690" y="1437680"/>
            <a:ext cx="2111097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578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148" y="287537"/>
            <a:ext cx="4284286" cy="10438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149" y="1323916"/>
            <a:ext cx="2101395" cy="648831"/>
          </a:xfrm>
        </p:spPr>
        <p:txBody>
          <a:bodyPr anchor="b"/>
          <a:lstStyle>
            <a:lvl1pPr marL="0" indent="0">
              <a:buNone/>
              <a:defRPr sz="1304" b="1"/>
            </a:lvl1pPr>
            <a:lvl2pPr marL="248351" indent="0">
              <a:buNone/>
              <a:defRPr sz="1086" b="1"/>
            </a:lvl2pPr>
            <a:lvl3pPr marL="496702" indent="0">
              <a:buNone/>
              <a:defRPr sz="978" b="1"/>
            </a:lvl3pPr>
            <a:lvl4pPr marL="745053" indent="0">
              <a:buNone/>
              <a:defRPr sz="869" b="1"/>
            </a:lvl4pPr>
            <a:lvl5pPr marL="993404" indent="0">
              <a:buNone/>
              <a:defRPr sz="869" b="1"/>
            </a:lvl5pPr>
            <a:lvl6pPr marL="1241755" indent="0">
              <a:buNone/>
              <a:defRPr sz="869" b="1"/>
            </a:lvl6pPr>
            <a:lvl7pPr marL="1490106" indent="0">
              <a:buNone/>
              <a:defRPr sz="869" b="1"/>
            </a:lvl7pPr>
            <a:lvl8pPr marL="1738457" indent="0">
              <a:buNone/>
              <a:defRPr sz="869" b="1"/>
            </a:lvl8pPr>
            <a:lvl9pPr marL="1986808" indent="0">
              <a:buNone/>
              <a:defRPr sz="86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149" y="1972747"/>
            <a:ext cx="2101395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14690" y="1323916"/>
            <a:ext cx="2111744" cy="648831"/>
          </a:xfrm>
        </p:spPr>
        <p:txBody>
          <a:bodyPr anchor="b"/>
          <a:lstStyle>
            <a:lvl1pPr marL="0" indent="0">
              <a:buNone/>
              <a:defRPr sz="1304" b="1"/>
            </a:lvl1pPr>
            <a:lvl2pPr marL="248351" indent="0">
              <a:buNone/>
              <a:defRPr sz="1086" b="1"/>
            </a:lvl2pPr>
            <a:lvl3pPr marL="496702" indent="0">
              <a:buNone/>
              <a:defRPr sz="978" b="1"/>
            </a:lvl3pPr>
            <a:lvl4pPr marL="745053" indent="0">
              <a:buNone/>
              <a:defRPr sz="869" b="1"/>
            </a:lvl4pPr>
            <a:lvl5pPr marL="993404" indent="0">
              <a:buNone/>
              <a:defRPr sz="869" b="1"/>
            </a:lvl5pPr>
            <a:lvl6pPr marL="1241755" indent="0">
              <a:buNone/>
              <a:defRPr sz="869" b="1"/>
            </a:lvl6pPr>
            <a:lvl7pPr marL="1490106" indent="0">
              <a:buNone/>
              <a:defRPr sz="869" b="1"/>
            </a:lvl7pPr>
            <a:lvl8pPr marL="1738457" indent="0">
              <a:buNone/>
              <a:defRPr sz="869" b="1"/>
            </a:lvl8pPr>
            <a:lvl9pPr marL="1986808" indent="0">
              <a:buNone/>
              <a:defRPr sz="86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14690" y="1972747"/>
            <a:ext cx="2111744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255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5295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866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148" y="360045"/>
            <a:ext cx="1602080" cy="1260158"/>
          </a:xfrm>
        </p:spPr>
        <p:txBody>
          <a:bodyPr anchor="b"/>
          <a:lstStyle>
            <a:lvl1pPr>
              <a:defRPr sz="173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1744" y="777598"/>
            <a:ext cx="2514690" cy="3837980"/>
          </a:xfrm>
        </p:spPr>
        <p:txBody>
          <a:bodyPr/>
          <a:lstStyle>
            <a:lvl1pPr>
              <a:defRPr sz="1738"/>
            </a:lvl1pPr>
            <a:lvl2pPr>
              <a:defRPr sz="1521"/>
            </a:lvl2pPr>
            <a:lvl3pPr>
              <a:defRPr sz="1304"/>
            </a:lvl3pPr>
            <a:lvl4pPr>
              <a:defRPr sz="1086"/>
            </a:lvl4pPr>
            <a:lvl5pPr>
              <a:defRPr sz="1086"/>
            </a:lvl5pPr>
            <a:lvl6pPr>
              <a:defRPr sz="1086"/>
            </a:lvl6pPr>
            <a:lvl7pPr>
              <a:defRPr sz="1086"/>
            </a:lvl7pPr>
            <a:lvl8pPr>
              <a:defRPr sz="1086"/>
            </a:lvl8pPr>
            <a:lvl9pPr>
              <a:defRPr sz="1086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148" y="1620202"/>
            <a:ext cx="1602080" cy="3001626"/>
          </a:xfrm>
        </p:spPr>
        <p:txBody>
          <a:bodyPr/>
          <a:lstStyle>
            <a:lvl1pPr marL="0" indent="0">
              <a:buNone/>
              <a:defRPr sz="869"/>
            </a:lvl1pPr>
            <a:lvl2pPr marL="248351" indent="0">
              <a:buNone/>
              <a:defRPr sz="760"/>
            </a:lvl2pPr>
            <a:lvl3pPr marL="496702" indent="0">
              <a:buNone/>
              <a:defRPr sz="652"/>
            </a:lvl3pPr>
            <a:lvl4pPr marL="745053" indent="0">
              <a:buNone/>
              <a:defRPr sz="543"/>
            </a:lvl4pPr>
            <a:lvl5pPr marL="993404" indent="0">
              <a:buNone/>
              <a:defRPr sz="543"/>
            </a:lvl5pPr>
            <a:lvl6pPr marL="1241755" indent="0">
              <a:buNone/>
              <a:defRPr sz="543"/>
            </a:lvl6pPr>
            <a:lvl7pPr marL="1490106" indent="0">
              <a:buNone/>
              <a:defRPr sz="543"/>
            </a:lvl7pPr>
            <a:lvl8pPr marL="1738457" indent="0">
              <a:buNone/>
              <a:defRPr sz="543"/>
            </a:lvl8pPr>
            <a:lvl9pPr marL="1986808" indent="0">
              <a:buNone/>
              <a:defRPr sz="54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475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148" y="360045"/>
            <a:ext cx="1602080" cy="1260158"/>
          </a:xfrm>
        </p:spPr>
        <p:txBody>
          <a:bodyPr anchor="b"/>
          <a:lstStyle>
            <a:lvl1pPr>
              <a:defRPr sz="173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11744" y="777598"/>
            <a:ext cx="2514690" cy="3837980"/>
          </a:xfrm>
        </p:spPr>
        <p:txBody>
          <a:bodyPr anchor="t"/>
          <a:lstStyle>
            <a:lvl1pPr marL="0" indent="0">
              <a:buNone/>
              <a:defRPr sz="1738"/>
            </a:lvl1pPr>
            <a:lvl2pPr marL="248351" indent="0">
              <a:buNone/>
              <a:defRPr sz="1521"/>
            </a:lvl2pPr>
            <a:lvl3pPr marL="496702" indent="0">
              <a:buNone/>
              <a:defRPr sz="1304"/>
            </a:lvl3pPr>
            <a:lvl4pPr marL="745053" indent="0">
              <a:buNone/>
              <a:defRPr sz="1086"/>
            </a:lvl4pPr>
            <a:lvl5pPr marL="993404" indent="0">
              <a:buNone/>
              <a:defRPr sz="1086"/>
            </a:lvl5pPr>
            <a:lvl6pPr marL="1241755" indent="0">
              <a:buNone/>
              <a:defRPr sz="1086"/>
            </a:lvl6pPr>
            <a:lvl7pPr marL="1490106" indent="0">
              <a:buNone/>
              <a:defRPr sz="1086"/>
            </a:lvl7pPr>
            <a:lvl8pPr marL="1738457" indent="0">
              <a:buNone/>
              <a:defRPr sz="1086"/>
            </a:lvl8pPr>
            <a:lvl9pPr marL="1986808" indent="0">
              <a:buNone/>
              <a:defRPr sz="1086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148" y="1620202"/>
            <a:ext cx="1602080" cy="3001626"/>
          </a:xfrm>
        </p:spPr>
        <p:txBody>
          <a:bodyPr/>
          <a:lstStyle>
            <a:lvl1pPr marL="0" indent="0">
              <a:buNone/>
              <a:defRPr sz="869"/>
            </a:lvl1pPr>
            <a:lvl2pPr marL="248351" indent="0">
              <a:buNone/>
              <a:defRPr sz="760"/>
            </a:lvl2pPr>
            <a:lvl3pPr marL="496702" indent="0">
              <a:buNone/>
              <a:defRPr sz="652"/>
            </a:lvl3pPr>
            <a:lvl4pPr marL="745053" indent="0">
              <a:buNone/>
              <a:defRPr sz="543"/>
            </a:lvl4pPr>
            <a:lvl5pPr marL="993404" indent="0">
              <a:buNone/>
              <a:defRPr sz="543"/>
            </a:lvl5pPr>
            <a:lvl6pPr marL="1241755" indent="0">
              <a:buNone/>
              <a:defRPr sz="543"/>
            </a:lvl6pPr>
            <a:lvl7pPr marL="1490106" indent="0">
              <a:buNone/>
              <a:defRPr sz="543"/>
            </a:lvl7pPr>
            <a:lvl8pPr marL="1738457" indent="0">
              <a:buNone/>
              <a:defRPr sz="543"/>
            </a:lvl8pPr>
            <a:lvl9pPr marL="1986808" indent="0">
              <a:buNone/>
              <a:defRPr sz="54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914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820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54716" y="287536"/>
            <a:ext cx="1071071" cy="457682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1501" y="287536"/>
            <a:ext cx="3151123" cy="457682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421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1501" y="287537"/>
            <a:ext cx="428428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501" y="1437680"/>
            <a:ext cx="428428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1501" y="5005627"/>
            <a:ext cx="111764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62A25-95B4-4BDA-97A7-C68A653AF4FC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45414" y="5005627"/>
            <a:ext cx="167646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8147" y="5005627"/>
            <a:ext cx="111764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0302A-3007-44AF-8FC0-42D352704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72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96702" rtl="0" eaLnBrk="1" latinLnBrk="0" hangingPunct="1">
        <a:lnSpc>
          <a:spcPct val="90000"/>
        </a:lnSpc>
        <a:spcBef>
          <a:spcPct val="0"/>
        </a:spcBef>
        <a:buNone/>
        <a:defRPr sz="23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4176" indent="-124176" algn="l" defTabSz="496702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521" kern="1200">
          <a:solidFill>
            <a:schemeClr val="tx1"/>
          </a:solidFill>
          <a:latin typeface="+mn-lt"/>
          <a:ea typeface="+mn-ea"/>
          <a:cs typeface="+mn-cs"/>
        </a:defRPr>
      </a:lvl1pPr>
      <a:lvl2pPr marL="372527" indent="-124176" algn="l" defTabSz="496702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1304" kern="1200">
          <a:solidFill>
            <a:schemeClr val="tx1"/>
          </a:solidFill>
          <a:latin typeface="+mn-lt"/>
          <a:ea typeface="+mn-ea"/>
          <a:cs typeface="+mn-cs"/>
        </a:defRPr>
      </a:lvl2pPr>
      <a:lvl3pPr marL="620878" indent="-124176" algn="l" defTabSz="496702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1086" kern="1200">
          <a:solidFill>
            <a:schemeClr val="tx1"/>
          </a:solidFill>
          <a:latin typeface="+mn-lt"/>
          <a:ea typeface="+mn-ea"/>
          <a:cs typeface="+mn-cs"/>
        </a:defRPr>
      </a:lvl3pPr>
      <a:lvl4pPr marL="869229" indent="-124176" algn="l" defTabSz="496702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978" kern="1200">
          <a:solidFill>
            <a:schemeClr val="tx1"/>
          </a:solidFill>
          <a:latin typeface="+mn-lt"/>
          <a:ea typeface="+mn-ea"/>
          <a:cs typeface="+mn-cs"/>
        </a:defRPr>
      </a:lvl4pPr>
      <a:lvl5pPr marL="1117580" indent="-124176" algn="l" defTabSz="496702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978" kern="1200">
          <a:solidFill>
            <a:schemeClr val="tx1"/>
          </a:solidFill>
          <a:latin typeface="+mn-lt"/>
          <a:ea typeface="+mn-ea"/>
          <a:cs typeface="+mn-cs"/>
        </a:defRPr>
      </a:lvl5pPr>
      <a:lvl6pPr marL="1365931" indent="-124176" algn="l" defTabSz="496702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978" kern="1200">
          <a:solidFill>
            <a:schemeClr val="tx1"/>
          </a:solidFill>
          <a:latin typeface="+mn-lt"/>
          <a:ea typeface="+mn-ea"/>
          <a:cs typeface="+mn-cs"/>
        </a:defRPr>
      </a:lvl6pPr>
      <a:lvl7pPr marL="1614282" indent="-124176" algn="l" defTabSz="496702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978" kern="1200">
          <a:solidFill>
            <a:schemeClr val="tx1"/>
          </a:solidFill>
          <a:latin typeface="+mn-lt"/>
          <a:ea typeface="+mn-ea"/>
          <a:cs typeface="+mn-cs"/>
        </a:defRPr>
      </a:lvl7pPr>
      <a:lvl8pPr marL="1862633" indent="-124176" algn="l" defTabSz="496702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978" kern="1200">
          <a:solidFill>
            <a:schemeClr val="tx1"/>
          </a:solidFill>
          <a:latin typeface="+mn-lt"/>
          <a:ea typeface="+mn-ea"/>
          <a:cs typeface="+mn-cs"/>
        </a:defRPr>
      </a:lvl8pPr>
      <a:lvl9pPr marL="2110984" indent="-124176" algn="l" defTabSz="496702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9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6702" rtl="0" eaLnBrk="1" latinLnBrk="0" hangingPunct="1">
        <a:defRPr sz="978" kern="1200">
          <a:solidFill>
            <a:schemeClr val="tx1"/>
          </a:solidFill>
          <a:latin typeface="+mn-lt"/>
          <a:ea typeface="+mn-ea"/>
          <a:cs typeface="+mn-cs"/>
        </a:defRPr>
      </a:lvl1pPr>
      <a:lvl2pPr marL="248351" algn="l" defTabSz="496702" rtl="0" eaLnBrk="1" latinLnBrk="0" hangingPunct="1">
        <a:defRPr sz="978" kern="1200">
          <a:solidFill>
            <a:schemeClr val="tx1"/>
          </a:solidFill>
          <a:latin typeface="+mn-lt"/>
          <a:ea typeface="+mn-ea"/>
          <a:cs typeface="+mn-cs"/>
        </a:defRPr>
      </a:lvl2pPr>
      <a:lvl3pPr marL="496702" algn="l" defTabSz="496702" rtl="0" eaLnBrk="1" latinLnBrk="0" hangingPunct="1">
        <a:defRPr sz="978" kern="1200">
          <a:solidFill>
            <a:schemeClr val="tx1"/>
          </a:solidFill>
          <a:latin typeface="+mn-lt"/>
          <a:ea typeface="+mn-ea"/>
          <a:cs typeface="+mn-cs"/>
        </a:defRPr>
      </a:lvl3pPr>
      <a:lvl4pPr marL="745053" algn="l" defTabSz="496702" rtl="0" eaLnBrk="1" latinLnBrk="0" hangingPunct="1">
        <a:defRPr sz="978" kern="1200">
          <a:solidFill>
            <a:schemeClr val="tx1"/>
          </a:solidFill>
          <a:latin typeface="+mn-lt"/>
          <a:ea typeface="+mn-ea"/>
          <a:cs typeface="+mn-cs"/>
        </a:defRPr>
      </a:lvl4pPr>
      <a:lvl5pPr marL="993404" algn="l" defTabSz="496702" rtl="0" eaLnBrk="1" latinLnBrk="0" hangingPunct="1">
        <a:defRPr sz="978" kern="1200">
          <a:solidFill>
            <a:schemeClr val="tx1"/>
          </a:solidFill>
          <a:latin typeface="+mn-lt"/>
          <a:ea typeface="+mn-ea"/>
          <a:cs typeface="+mn-cs"/>
        </a:defRPr>
      </a:lvl5pPr>
      <a:lvl6pPr marL="1241755" algn="l" defTabSz="496702" rtl="0" eaLnBrk="1" latinLnBrk="0" hangingPunct="1">
        <a:defRPr sz="978" kern="1200">
          <a:solidFill>
            <a:schemeClr val="tx1"/>
          </a:solidFill>
          <a:latin typeface="+mn-lt"/>
          <a:ea typeface="+mn-ea"/>
          <a:cs typeface="+mn-cs"/>
        </a:defRPr>
      </a:lvl6pPr>
      <a:lvl7pPr marL="1490106" algn="l" defTabSz="496702" rtl="0" eaLnBrk="1" latinLnBrk="0" hangingPunct="1">
        <a:defRPr sz="978" kern="1200">
          <a:solidFill>
            <a:schemeClr val="tx1"/>
          </a:solidFill>
          <a:latin typeface="+mn-lt"/>
          <a:ea typeface="+mn-ea"/>
          <a:cs typeface="+mn-cs"/>
        </a:defRPr>
      </a:lvl7pPr>
      <a:lvl8pPr marL="1738457" algn="l" defTabSz="496702" rtl="0" eaLnBrk="1" latinLnBrk="0" hangingPunct="1">
        <a:defRPr sz="978" kern="1200">
          <a:solidFill>
            <a:schemeClr val="tx1"/>
          </a:solidFill>
          <a:latin typeface="+mn-lt"/>
          <a:ea typeface="+mn-ea"/>
          <a:cs typeface="+mn-cs"/>
        </a:defRPr>
      </a:lvl8pPr>
      <a:lvl9pPr marL="1986808" algn="l" defTabSz="496702" rtl="0" eaLnBrk="1" latinLnBrk="0" hangingPunct="1">
        <a:defRPr sz="9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F327BFF-AC22-4DB3-9109-792869A56B33}"/>
              </a:ext>
            </a:extLst>
          </p:cNvPr>
          <p:cNvGrpSpPr/>
          <p:nvPr/>
        </p:nvGrpSpPr>
        <p:grpSpPr>
          <a:xfrm>
            <a:off x="0" y="152400"/>
            <a:ext cx="4968778" cy="5212080"/>
            <a:chOff x="-3612357" y="-745566"/>
            <a:chExt cx="5675910" cy="5953838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215E8B74-54E9-44A4-AE2C-A3DBE0B8A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612357" y="-745566"/>
              <a:ext cx="5675910" cy="5953838"/>
            </a:xfrm>
            <a:prstGeom prst="rect">
              <a:avLst/>
            </a:prstGeom>
          </p:spPr>
        </p:pic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319F0A0-8B05-4307-8861-E0396BF76112}"/>
                </a:ext>
              </a:extLst>
            </p:cNvPr>
            <p:cNvSpPr/>
            <p:nvPr/>
          </p:nvSpPr>
          <p:spPr>
            <a:xfrm>
              <a:off x="-2163772" y="-408151"/>
              <a:ext cx="716437" cy="71643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2C54C40B-C75F-45C5-B6B9-7134E83D7C01}"/>
                </a:ext>
              </a:extLst>
            </p:cNvPr>
            <p:cNvCxnSpPr/>
            <p:nvPr/>
          </p:nvCxnSpPr>
          <p:spPr>
            <a:xfrm flipH="1" flipV="1">
              <a:off x="-2239187" y="4422406"/>
              <a:ext cx="273377" cy="4242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D4A9B3F9-0822-44BB-87C1-48F2A13E8143}"/>
                </a:ext>
              </a:extLst>
            </p:cNvPr>
            <p:cNvSpPr/>
            <p:nvPr/>
          </p:nvSpPr>
          <p:spPr>
            <a:xfrm>
              <a:off x="-3612357" y="3701258"/>
              <a:ext cx="1611985" cy="71643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57E1DFE8-1ED4-4B85-9A99-1D74F330F335}"/>
                </a:ext>
              </a:extLst>
            </p:cNvPr>
            <p:cNvSpPr/>
            <p:nvPr/>
          </p:nvSpPr>
          <p:spPr>
            <a:xfrm>
              <a:off x="-2014987" y="4060153"/>
              <a:ext cx="1375216" cy="4659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C03B8E9C-D772-40D6-B8CD-BC52C1BD5105}"/>
                </a:ext>
              </a:extLst>
            </p:cNvPr>
            <p:cNvCxnSpPr/>
            <p:nvPr/>
          </p:nvCxnSpPr>
          <p:spPr>
            <a:xfrm flipH="1" flipV="1">
              <a:off x="-715186" y="4508927"/>
              <a:ext cx="273377" cy="4242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1392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F54E390-0CA4-40FC-9B34-E7B4A3F3E904}"/>
              </a:ext>
            </a:extLst>
          </p:cNvPr>
          <p:cNvGrpSpPr/>
          <p:nvPr/>
        </p:nvGrpSpPr>
        <p:grpSpPr>
          <a:xfrm>
            <a:off x="1" y="94299"/>
            <a:ext cx="4985345" cy="5178742"/>
            <a:chOff x="2880691" y="-728663"/>
            <a:chExt cx="5984134" cy="5959206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FC066616-99C3-4940-8E87-1657957E3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80691" y="-728663"/>
              <a:ext cx="5984134" cy="5959206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114986C5-EF8F-4E0E-8F60-C0532164D6B7}"/>
                </a:ext>
              </a:extLst>
            </p:cNvPr>
            <p:cNvSpPr/>
            <p:nvPr/>
          </p:nvSpPr>
          <p:spPr>
            <a:xfrm>
              <a:off x="4893204" y="-408151"/>
              <a:ext cx="716437" cy="71643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E4F6D46A-0829-4509-80C7-2F930D2BF0A4}"/>
                </a:ext>
              </a:extLst>
            </p:cNvPr>
            <p:cNvSpPr/>
            <p:nvPr/>
          </p:nvSpPr>
          <p:spPr>
            <a:xfrm>
              <a:off x="6150197" y="3951744"/>
              <a:ext cx="1375216" cy="4659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93313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EFB3B3FA-EF23-46EF-91D9-57A40DB49DA1}"/>
              </a:ext>
            </a:extLst>
          </p:cNvPr>
          <p:cNvGrpSpPr/>
          <p:nvPr/>
        </p:nvGrpSpPr>
        <p:grpSpPr>
          <a:xfrm>
            <a:off x="1" y="15240"/>
            <a:ext cx="5151527" cy="5385435"/>
            <a:chOff x="-1" y="-71381"/>
            <a:chExt cx="5890320" cy="5920790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F51EEC97-3446-41C7-ABC1-43F71767E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71381"/>
              <a:ext cx="5890320" cy="5920790"/>
            </a:xfrm>
            <a:prstGeom prst="rect">
              <a:avLst/>
            </a:prstGeom>
          </p:spPr>
        </p:pic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319F0A0-8B05-4307-8861-E0396BF76112}"/>
                </a:ext>
              </a:extLst>
            </p:cNvPr>
            <p:cNvSpPr/>
            <p:nvPr/>
          </p:nvSpPr>
          <p:spPr>
            <a:xfrm>
              <a:off x="2389690" y="292231"/>
              <a:ext cx="716437" cy="71643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D4A9B3F9-0822-44BB-87C1-48F2A13E8143}"/>
                </a:ext>
              </a:extLst>
            </p:cNvPr>
            <p:cNvSpPr/>
            <p:nvPr/>
          </p:nvSpPr>
          <p:spPr>
            <a:xfrm>
              <a:off x="-1" y="4297942"/>
              <a:ext cx="1611985" cy="71643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57E1DFE8-1ED4-4B85-9A99-1D74F330F335}"/>
                </a:ext>
              </a:extLst>
            </p:cNvPr>
            <p:cNvSpPr/>
            <p:nvPr/>
          </p:nvSpPr>
          <p:spPr>
            <a:xfrm>
              <a:off x="1418259" y="4703973"/>
              <a:ext cx="1375216" cy="4659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B9B8C489-D5F7-4DF3-8DCD-BB699D9D30D9}"/>
                </a:ext>
              </a:extLst>
            </p:cNvPr>
            <p:cNvSpPr/>
            <p:nvPr/>
          </p:nvSpPr>
          <p:spPr>
            <a:xfrm>
              <a:off x="2447353" y="4347328"/>
              <a:ext cx="1375216" cy="4659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28847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99A9968E-70E7-4D76-8EAB-0247B9B1FFC9}"/>
              </a:ext>
            </a:extLst>
          </p:cNvPr>
          <p:cNvGrpSpPr/>
          <p:nvPr/>
        </p:nvGrpSpPr>
        <p:grpSpPr>
          <a:xfrm>
            <a:off x="1" y="91441"/>
            <a:ext cx="5001037" cy="5245387"/>
            <a:chOff x="6554769" y="-28280"/>
            <a:chExt cx="5666041" cy="558145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AE7593AA-6F06-49F5-B372-7B1B60D75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4769" y="-28280"/>
              <a:ext cx="5666041" cy="5581458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114986C5-EF8F-4E0E-8F60-C0532164D6B7}"/>
                </a:ext>
              </a:extLst>
            </p:cNvPr>
            <p:cNvSpPr/>
            <p:nvPr/>
          </p:nvSpPr>
          <p:spPr>
            <a:xfrm>
              <a:off x="8946034" y="320512"/>
              <a:ext cx="716437" cy="71643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E4F6D46A-0829-4509-80C7-2F930D2BF0A4}"/>
                </a:ext>
              </a:extLst>
            </p:cNvPr>
            <p:cNvSpPr/>
            <p:nvPr/>
          </p:nvSpPr>
          <p:spPr>
            <a:xfrm>
              <a:off x="7952608" y="4755823"/>
              <a:ext cx="1375216" cy="4659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7981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923D265D-41A1-4C5F-93B0-7C60CCC3C881}"/>
              </a:ext>
            </a:extLst>
          </p:cNvPr>
          <p:cNvGrpSpPr/>
          <p:nvPr/>
        </p:nvGrpSpPr>
        <p:grpSpPr>
          <a:xfrm>
            <a:off x="0" y="106681"/>
            <a:ext cx="5002071" cy="5273040"/>
            <a:chOff x="-3612356" y="-728663"/>
            <a:chExt cx="5235357" cy="5518963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49F021BF-6FFD-4A6E-AE14-1D3CE2F79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612356" y="-728663"/>
              <a:ext cx="5235357" cy="5518963"/>
            </a:xfrm>
            <a:prstGeom prst="rect">
              <a:avLst/>
            </a:prstGeom>
          </p:spPr>
        </p:pic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F5274DC7-F885-4319-A7E0-72816FAB3C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395539" y="4248689"/>
              <a:ext cx="273378" cy="3059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C79AA551-3A24-42F5-A74A-02BCB17DA899}"/>
                </a:ext>
              </a:extLst>
            </p:cNvPr>
            <p:cNvSpPr/>
            <p:nvPr/>
          </p:nvSpPr>
          <p:spPr>
            <a:xfrm>
              <a:off x="-704191" y="-408147"/>
              <a:ext cx="716437" cy="71643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D6ED7169-F747-4B5B-AC11-DB5D3484C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230898" y="3705509"/>
              <a:ext cx="0" cy="2521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C82C27CF-9539-4355-8545-7739F5DED1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849898" y="3705509"/>
              <a:ext cx="0" cy="2521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mit Pfeil 18">
              <a:extLst>
                <a:ext uri="{FF2B5EF4-FFF2-40B4-BE49-F238E27FC236}">
                  <a16:creationId xmlns:a16="http://schemas.microsoft.com/office/drawing/2014/main" id="{BFA6A252-6347-4637-A44C-D3ABB8DFE7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52668" y="3705509"/>
              <a:ext cx="0" cy="2521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4AC419CA-8F7F-4C07-8B3E-0C2CFC460965}"/>
                </a:ext>
              </a:extLst>
            </p:cNvPr>
            <p:cNvSpPr txBox="1"/>
            <p:nvPr/>
          </p:nvSpPr>
          <p:spPr>
            <a:xfrm>
              <a:off x="-1408992" y="3957637"/>
              <a:ext cx="3561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l-GR" sz="1100" i="1" dirty="0">
                  <a:solidFill>
                    <a:srgbClr val="FF0000"/>
                  </a:solidFill>
                </a:rPr>
                <a:t>σ</a:t>
              </a:r>
              <a:r>
                <a:rPr lang="de-DE" sz="1100" baseline="-25000" dirty="0">
                  <a:solidFill>
                    <a:srgbClr val="FF0000"/>
                  </a:solidFill>
                </a:rPr>
                <a:t>11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2293416E-11A8-4AF8-8A6C-E8995479A6D6}"/>
                </a:ext>
              </a:extLst>
            </p:cNvPr>
            <p:cNvSpPr txBox="1"/>
            <p:nvPr/>
          </p:nvSpPr>
          <p:spPr>
            <a:xfrm>
              <a:off x="-1027992" y="3959958"/>
              <a:ext cx="3561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l-GR" sz="1100" i="1" dirty="0">
                  <a:solidFill>
                    <a:srgbClr val="FF0000"/>
                  </a:solidFill>
                </a:rPr>
                <a:t>σ</a:t>
              </a:r>
              <a:r>
                <a:rPr lang="de-DE" sz="1100" baseline="-25000" dirty="0">
                  <a:solidFill>
                    <a:srgbClr val="FF0000"/>
                  </a:solidFill>
                </a:rPr>
                <a:t>22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38DBFB5F-5CE0-4370-BDDB-03BAC160D92F}"/>
                </a:ext>
              </a:extLst>
            </p:cNvPr>
            <p:cNvSpPr txBox="1"/>
            <p:nvPr/>
          </p:nvSpPr>
          <p:spPr>
            <a:xfrm>
              <a:off x="-330762" y="3957637"/>
              <a:ext cx="3561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l-GR" sz="1100" i="1" dirty="0">
                  <a:solidFill>
                    <a:srgbClr val="FF0000"/>
                  </a:solidFill>
                </a:rPr>
                <a:t>σ</a:t>
              </a:r>
              <a:r>
                <a:rPr lang="de-DE" sz="1100" baseline="-25000" dirty="0">
                  <a:solidFill>
                    <a:srgbClr val="FF0000"/>
                  </a:solidFill>
                </a:rPr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8457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</Words>
  <Application>Microsoft Office PowerPoint</Application>
  <PresentationFormat>Benutzerdefiniert</PresentationFormat>
  <Paragraphs>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Wuttke, Ulrich</dc:creator>
  <cp:lastModifiedBy>Wuttke, Ulrich</cp:lastModifiedBy>
  <cp:revision>8</cp:revision>
  <dcterms:created xsi:type="dcterms:W3CDTF">2026-05-11T12:40:00Z</dcterms:created>
  <dcterms:modified xsi:type="dcterms:W3CDTF">2026-05-13T11:05:57Z</dcterms:modified>
</cp:coreProperties>
</file>